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34593-F191-BAC8-5F08-E6FE64375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4D40F-9236-17DA-92E7-C1278A0CB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B9738-41E3-AE19-3B4D-635E3BD5F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1A4B0-6311-9412-6D27-CF1EA63A5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6FD34-AD5D-2C27-D188-1E7BF3E3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0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4CD48-D256-0681-EF58-FFADF71C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9A40-2664-786F-1AF9-5C2EABAFD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6882E-2C34-F21A-F4B5-FCD34180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9B989-877B-893E-611F-6669460E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CF02B-1AC5-FC63-57AD-20BF7A41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2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A3B1-F00F-6AE7-1A99-EA418219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E18F8-DEA6-8367-B4DF-398FEDF6F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4C23A-733B-08DF-C686-762071761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A2D5-33C4-09C0-6E04-2AF29668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7B4E3-BF9F-D58B-2363-C719DE5D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9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7F2A-AA4E-18E5-9FCB-7258C83D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CDFD3-0F12-478D-756F-6BA7381C7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6EA88-3231-5FD2-9F03-D4FC20F1F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52EA-13AB-32D0-3079-73A2E91F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E39FF-66A8-C195-D6FF-18DD3F83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84F4A-552E-780F-94AC-3743FE85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73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12F6-17E0-C645-C368-4314C39D6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7DA23-6A58-386E-6172-1FF421D80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D3D9B-62C8-F3D5-D7C5-18E663CC8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79E7B-16A1-EBAF-1427-34ECB2AA8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BF042-F4BE-080F-D946-0ECBE16B2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312E99-A1D6-F827-F6F6-BECF2643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42410D-3001-8C07-26BB-3ABC7269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C164F-673A-8E87-9DF1-6CCE7AC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9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3E96-C72E-98EF-77D4-BB0BD0986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DB1BD-1B9D-93D3-FCE7-435B96DE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C73A8-7274-E378-EF66-DA829023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FCCC0-7D5E-A868-48F6-51BB713F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8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5AB38-B475-8D70-138C-FE1F6780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57A31-F86C-0869-11D3-56F2E3D9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F338C-DF56-4CEA-59D4-384F61AE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0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FC44-BD0D-E34C-D222-1C159BC15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5C7E6-3458-7623-222B-FD5DB70D4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173C4-4D7E-1435-053E-81C3DA620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D819A-C009-CB9D-D3D9-1B43033F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5A4B7-5C9B-CA22-0627-4A788E27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14AC1-4154-1E5B-3846-46BBB585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0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272A-F18F-C6DE-BE41-B10968A1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E7AC2F-E333-8B4F-E1F2-B5F25717C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5EEDB-4513-72D7-B01F-F47B279E6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1C8ED-7EF0-783A-270D-0A6017FC8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95721-3869-A78A-5BAA-F9715AB0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1A418-F921-6D5B-67BF-14CF0756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11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C7B0-E316-8FF9-9CEB-8930D66B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A2EF22-555C-EC68-81FE-BD31BB599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65131-F448-7D4B-3656-F50628B2B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FA9A7-7980-BA55-6554-4955A279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0E4F7-BB4C-A52E-4596-7CF045D5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6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33C6D3-37DE-62E3-FEA3-07FAAC4F6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CC41C-3159-251E-9ED8-E5D029462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94462-BA6C-5158-C11D-36B6A1F51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0D2A1-9A5D-0324-8591-315E45F2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B4D28-AD76-CF09-BF86-7189EEDD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7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9C89FF-B614-8F16-8B16-9EF7E3C0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88D65-75BD-059A-658D-87FEEA18B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92C3D-2351-56D5-6AAF-6BECDE137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2DFC9-8944-344B-908A-74C6DE63D88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4C060-C2CF-A611-D46F-FD13268C3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F4C66-9145-B6FE-F46C-088017F18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5D404-43AF-9C46-8BD6-8A84BF220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C71CD0-C695-F8B6-65DE-440BEA2AE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9510"/>
            <a:ext cx="10515600" cy="1325563"/>
          </a:xfrm>
        </p:spPr>
        <p:txBody>
          <a:bodyPr/>
          <a:lstStyle/>
          <a:p>
            <a:r>
              <a:rPr lang="en-US" dirty="0" err="1"/>
              <a:t>CardioReport</a:t>
            </a:r>
            <a:r>
              <a:rPr lang="en-US" dirty="0"/>
              <a:t> - High Level System Design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5979B1-5BB7-FC9A-67BE-F996E3850761}"/>
              </a:ext>
            </a:extLst>
          </p:cNvPr>
          <p:cNvSpPr/>
          <p:nvPr/>
        </p:nvSpPr>
        <p:spPr>
          <a:xfrm>
            <a:off x="4234543" y="2634340"/>
            <a:ext cx="1730828" cy="244928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CardioReport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(Python)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5FECF4AD-92F8-E973-7CBF-550D9B8DD635}"/>
              </a:ext>
            </a:extLst>
          </p:cNvPr>
          <p:cNvSpPr/>
          <p:nvPr/>
        </p:nvSpPr>
        <p:spPr>
          <a:xfrm>
            <a:off x="1186543" y="4038599"/>
            <a:ext cx="925286" cy="1066800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CardioCloud</a:t>
            </a:r>
            <a:endParaRPr lang="en-US" sz="1100" dirty="0"/>
          </a:p>
          <a:p>
            <a:pPr algn="ctr"/>
            <a:r>
              <a:rPr lang="en-US" sz="1100" dirty="0"/>
              <a:t>Database</a:t>
            </a:r>
          </a:p>
        </p:txBody>
      </p:sp>
      <p:sp>
        <p:nvSpPr>
          <p:cNvPr id="8" name="Snip Single Corner Rectangle 7">
            <a:extLst>
              <a:ext uri="{FF2B5EF4-FFF2-40B4-BE49-F238E27FC236}">
                <a16:creationId xmlns:a16="http://schemas.microsoft.com/office/drawing/2014/main" id="{826D6FC4-66F5-F4A7-7827-ECF57C1C3188}"/>
              </a:ext>
            </a:extLst>
          </p:cNvPr>
          <p:cNvSpPr/>
          <p:nvPr/>
        </p:nvSpPr>
        <p:spPr>
          <a:xfrm>
            <a:off x="1186543" y="2264227"/>
            <a:ext cx="696686" cy="7620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nip Single Corner Rectangle 8">
            <a:extLst>
              <a:ext uri="{FF2B5EF4-FFF2-40B4-BE49-F238E27FC236}">
                <a16:creationId xmlns:a16="http://schemas.microsoft.com/office/drawing/2014/main" id="{F8C42E1A-84D2-A62B-5FCE-78952CF1DB95}"/>
              </a:ext>
            </a:extLst>
          </p:cNvPr>
          <p:cNvSpPr/>
          <p:nvPr/>
        </p:nvSpPr>
        <p:spPr>
          <a:xfrm>
            <a:off x="1534886" y="2536370"/>
            <a:ext cx="696686" cy="7620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Data.xls</a:t>
            </a:r>
            <a:endParaRPr lang="en-US" sz="11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97E4B2-30F7-796A-4C9C-538EE7FB6CCB}"/>
              </a:ext>
            </a:extLst>
          </p:cNvPr>
          <p:cNvCxnSpPr>
            <a:stCxn id="9" idx="0"/>
          </p:cNvCxnSpPr>
          <p:nvPr/>
        </p:nvCxnSpPr>
        <p:spPr>
          <a:xfrm>
            <a:off x="2231572" y="2917370"/>
            <a:ext cx="20029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354BA5-9D26-222E-3C36-69AF47B96E6B}"/>
              </a:ext>
            </a:extLst>
          </p:cNvPr>
          <p:cNvCxnSpPr>
            <a:stCxn id="7" idx="4"/>
          </p:cNvCxnSpPr>
          <p:nvPr/>
        </p:nvCxnSpPr>
        <p:spPr>
          <a:xfrm>
            <a:off x="2111829" y="4571999"/>
            <a:ext cx="2122714" cy="10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E9E1565-C88E-AFA2-A412-578C607489B8}"/>
              </a:ext>
            </a:extLst>
          </p:cNvPr>
          <p:cNvSpPr/>
          <p:nvPr/>
        </p:nvSpPr>
        <p:spPr>
          <a:xfrm>
            <a:off x="4343399" y="1099457"/>
            <a:ext cx="1502229" cy="1164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Taxonomy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&amp;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Rules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84E0D85-7D8D-816A-549F-0D20D8690AC6}"/>
              </a:ext>
            </a:extLst>
          </p:cNvPr>
          <p:cNvSpPr/>
          <p:nvPr/>
        </p:nvSpPr>
        <p:spPr>
          <a:xfrm>
            <a:off x="4027715" y="5856513"/>
            <a:ext cx="2166256" cy="788761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ChatGPT</a:t>
            </a:r>
          </a:p>
        </p:txBody>
      </p:sp>
      <p:sp>
        <p:nvSpPr>
          <p:cNvPr id="17" name="Snip Single Corner Rectangle 16">
            <a:extLst>
              <a:ext uri="{FF2B5EF4-FFF2-40B4-BE49-F238E27FC236}">
                <a16:creationId xmlns:a16="http://schemas.microsoft.com/office/drawing/2014/main" id="{AF7AADF6-E016-FC30-515D-3D48FC2362A8}"/>
              </a:ext>
            </a:extLst>
          </p:cNvPr>
          <p:cNvSpPr/>
          <p:nvPr/>
        </p:nvSpPr>
        <p:spPr>
          <a:xfrm>
            <a:off x="6683828" y="3956956"/>
            <a:ext cx="1121229" cy="1257302"/>
          </a:xfrm>
          <a:prstGeom prst="snip1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Clinical Report</a:t>
            </a:r>
          </a:p>
          <a:p>
            <a:pPr algn="ctr"/>
            <a:r>
              <a:rPr lang="en-US" dirty="0"/>
              <a:t>.PDF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16979E-4B6F-5D3A-A710-7D9D8587E9CB}"/>
              </a:ext>
            </a:extLst>
          </p:cNvPr>
          <p:cNvSpPr/>
          <p:nvPr/>
        </p:nvSpPr>
        <p:spPr>
          <a:xfrm>
            <a:off x="6683828" y="2875529"/>
            <a:ext cx="979715" cy="84568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Plots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D5AE24-2AF3-C022-1FA1-85B8715ADA27}"/>
              </a:ext>
            </a:extLst>
          </p:cNvPr>
          <p:cNvSpPr/>
          <p:nvPr/>
        </p:nvSpPr>
        <p:spPr>
          <a:xfrm>
            <a:off x="6585855" y="1027906"/>
            <a:ext cx="1502229" cy="1508464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 Display</a:t>
            </a:r>
          </a:p>
          <a:p>
            <a:pPr algn="ctr"/>
            <a:r>
              <a:rPr lang="en-US" dirty="0"/>
              <a:t>(optional)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B8FD37-D0EC-F992-C396-40FF60E7A61E}"/>
              </a:ext>
            </a:extLst>
          </p:cNvPr>
          <p:cNvCxnSpPr>
            <a:stCxn id="15" idx="0"/>
            <a:endCxn id="6" idx="2"/>
          </p:cNvCxnSpPr>
          <p:nvPr/>
        </p:nvCxnSpPr>
        <p:spPr>
          <a:xfrm flipH="1" flipV="1">
            <a:off x="5099957" y="5083629"/>
            <a:ext cx="10886" cy="7728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38CB46-A1E8-16FB-CD2A-9434EDF1FB44}"/>
              </a:ext>
            </a:extLst>
          </p:cNvPr>
          <p:cNvCxnSpPr>
            <a:stCxn id="14" idx="2"/>
            <a:endCxn id="6" idx="0"/>
          </p:cNvCxnSpPr>
          <p:nvPr/>
        </p:nvCxnSpPr>
        <p:spPr>
          <a:xfrm>
            <a:off x="5094514" y="2264227"/>
            <a:ext cx="5443" cy="370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9145AE-4A02-B122-B693-926748450FE9}"/>
              </a:ext>
            </a:extLst>
          </p:cNvPr>
          <p:cNvCxnSpPr>
            <a:endCxn id="19" idx="1"/>
          </p:cNvCxnSpPr>
          <p:nvPr/>
        </p:nvCxnSpPr>
        <p:spPr>
          <a:xfrm>
            <a:off x="5965371" y="3298370"/>
            <a:ext cx="7184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5D7DA8-2960-13D4-9DA8-2A83FD512E87}"/>
              </a:ext>
            </a:extLst>
          </p:cNvPr>
          <p:cNvCxnSpPr/>
          <p:nvPr/>
        </p:nvCxnSpPr>
        <p:spPr>
          <a:xfrm>
            <a:off x="5965371" y="4528459"/>
            <a:ext cx="7184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B0F623C-4F62-6E6F-B73C-D6D72876269F}"/>
              </a:ext>
            </a:extLst>
          </p:cNvPr>
          <p:cNvCxnSpPr>
            <a:cxnSpLocks/>
          </p:cNvCxnSpPr>
          <p:nvPr/>
        </p:nvCxnSpPr>
        <p:spPr>
          <a:xfrm flipV="1">
            <a:off x="5883729" y="2340429"/>
            <a:ext cx="702126" cy="370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3BA0DFB-7243-0CB8-EA05-CA44569E33A6}"/>
              </a:ext>
            </a:extLst>
          </p:cNvPr>
          <p:cNvSpPr txBox="1"/>
          <p:nvPr/>
        </p:nvSpPr>
        <p:spPr>
          <a:xfrm>
            <a:off x="5122592" y="5301344"/>
            <a:ext cx="887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Prompts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41607A-0C1D-FE3F-FC09-EB892B3C9A95}"/>
              </a:ext>
            </a:extLst>
          </p:cNvPr>
          <p:cNvSpPr txBox="1"/>
          <p:nvPr/>
        </p:nvSpPr>
        <p:spPr>
          <a:xfrm>
            <a:off x="2503715" y="4244330"/>
            <a:ext cx="12457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API interface</a:t>
            </a:r>
          </a:p>
        </p:txBody>
      </p:sp>
    </p:spTree>
    <p:extLst>
      <p:ext uri="{BB962C8B-B14F-4D97-AF65-F5344CB8AC3E}">
        <p14:creationId xmlns:p14="http://schemas.microsoft.com/office/powerpoint/2010/main" val="213540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CardioReport - High Level System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Sajol Ghoshal</dc:creator>
  <cp:lastModifiedBy>Sajol Ghoshal</cp:lastModifiedBy>
  <cp:revision>2</cp:revision>
  <dcterms:created xsi:type="dcterms:W3CDTF">2026-02-17T00:08:04Z</dcterms:created>
  <dcterms:modified xsi:type="dcterms:W3CDTF">2026-02-17T00:19:20Z</dcterms:modified>
</cp:coreProperties>
</file>